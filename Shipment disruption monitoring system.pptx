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2BA1-683E-2299-A191-48475D257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Shipment disruption monitoring system</a:t>
            </a:r>
            <a:endParaRPr lang="ta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235FE-AC7E-4B30-D159-A13A1ECB1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406623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5ED9-F129-2E3B-CB0F-D96B77CD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D0D9-8B25-0122-65EB-0CC865010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Shipping routes are frequently disrupted by events such as </a:t>
            </a:r>
            <a:r>
              <a:rPr lang="en-US" b="1" dirty="0"/>
              <a:t>heavy rain, highway closures, and port congestion</a:t>
            </a:r>
            <a:r>
              <a:rPr lang="en-US" dirty="0"/>
              <a:t>, causing delays in deliveries. Currently, logistics teams must manually monitor these disruptions and contact drivers, which often results in late responses and delayed shipments.</a:t>
            </a:r>
          </a:p>
          <a:p>
            <a:pPr>
              <a:lnSpc>
                <a:spcPct val="150000"/>
              </a:lnSpc>
            </a:pPr>
            <a:r>
              <a:rPr lang="en-US" dirty="0"/>
              <a:t>The goal is to build an </a:t>
            </a:r>
            <a:r>
              <a:rPr lang="en-US" b="1" dirty="0"/>
              <a:t>AI-powered system</a:t>
            </a:r>
            <a:r>
              <a:rPr lang="en-US" dirty="0"/>
              <a:t> that detects real-world disruptions from sources like </a:t>
            </a:r>
            <a:r>
              <a:rPr lang="en-US" b="1" dirty="0"/>
              <a:t>news and weather data</a:t>
            </a:r>
            <a:r>
              <a:rPr lang="en-US" dirty="0"/>
              <a:t>, identifies </a:t>
            </a:r>
            <a:r>
              <a:rPr lang="en-US" b="1" dirty="0"/>
              <a:t>shipments at risk</a:t>
            </a:r>
            <a:r>
              <a:rPr lang="en-US" dirty="0"/>
              <a:t>, and suggests actions such as </a:t>
            </a:r>
            <a:r>
              <a:rPr lang="en-US" b="1" dirty="0"/>
              <a:t>rerouting deliveries, notifying customers, and updating delivery estimates</a:t>
            </a:r>
            <a:r>
              <a:rPr lang="en-US" dirty="0"/>
              <a:t>.</a:t>
            </a:r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362492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EB7A-F793-7E9B-C595-042C7DDC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96B62-4DBD-E02F-82C8-E0C22BD30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8976"/>
            <a:ext cx="8596668" cy="388077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The logistics manager uploads shipment data through a </a:t>
            </a:r>
            <a:r>
              <a:rPr lang="en-US" b="1" dirty="0"/>
              <a:t>dashboard</a:t>
            </a:r>
            <a:r>
              <a:rPr lang="en-US" dirty="0"/>
              <a:t>. The system collects disruption information from </a:t>
            </a:r>
            <a:r>
              <a:rPr lang="en-US" b="1" dirty="0"/>
              <a:t>news and weather APIs</a:t>
            </a:r>
            <a:r>
              <a:rPr lang="en-US" dirty="0"/>
              <a:t> to detect events like heavy rain, accidents, or road closures.</a:t>
            </a:r>
          </a:p>
          <a:p>
            <a:pPr>
              <a:lnSpc>
                <a:spcPct val="160000"/>
              </a:lnSpc>
            </a:pPr>
            <a:r>
              <a:rPr lang="en-US" dirty="0"/>
              <a:t>An </a:t>
            </a:r>
            <a:r>
              <a:rPr lang="en-US" b="1" dirty="0"/>
              <a:t>AI-based risk analysis agent</a:t>
            </a:r>
            <a:r>
              <a:rPr lang="en-US" dirty="0"/>
              <a:t> matches disruptions with shipment routes to identify </a:t>
            </a:r>
            <a:r>
              <a:rPr lang="en-US" b="1" dirty="0"/>
              <a:t>shipments at risk</a:t>
            </a:r>
            <a:r>
              <a:rPr lang="en-US" dirty="0"/>
              <a:t> and suggests </a:t>
            </a:r>
            <a:r>
              <a:rPr lang="en-US" b="1" dirty="0"/>
              <a:t>alternative routes with reasons</a:t>
            </a:r>
            <a:r>
              <a:rPr lang="en-US" dirty="0"/>
              <a:t> when necessary.</a:t>
            </a:r>
          </a:p>
          <a:p>
            <a:pPr>
              <a:lnSpc>
                <a:spcPct val="160000"/>
              </a:lnSpc>
            </a:pPr>
            <a:r>
              <a:rPr lang="en-US" dirty="0"/>
              <a:t>The dashboard displays a </a:t>
            </a:r>
            <a:r>
              <a:rPr lang="en-US" b="1" dirty="0"/>
              <a:t>risk table and an interactive map</a:t>
            </a:r>
            <a:r>
              <a:rPr lang="en-US" dirty="0"/>
              <a:t> showing the current route and suggested reroute for selected shipments.</a:t>
            </a:r>
          </a:p>
          <a:p>
            <a:pPr>
              <a:lnSpc>
                <a:spcPct val="160000"/>
              </a:lnSpc>
            </a:pPr>
            <a:r>
              <a:rPr lang="en-US" dirty="0"/>
              <a:t>A </a:t>
            </a:r>
            <a:r>
              <a:rPr lang="en-US" b="1" dirty="0"/>
              <a:t>Driver Dashboard</a:t>
            </a:r>
            <a:r>
              <a:rPr lang="en-US" dirty="0"/>
              <a:t> allows drivers to receive reroute alerts and send </a:t>
            </a:r>
            <a:r>
              <a:rPr lang="en-US" b="1" dirty="0"/>
              <a:t>emergency notifications</a:t>
            </a:r>
            <a:r>
              <a:rPr lang="en-US" dirty="0"/>
              <a:t> (e.g., breakdowns or tire punctures), while customers are notified about delivery delays.</a:t>
            </a:r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2999035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8DA1-A258-A7C1-743B-9E3977B1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</a:t>
            </a:r>
            <a:r>
              <a:rPr lang="en-US" dirty="0" err="1"/>
              <a:t>Architechture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79259-0DF2-5BB4-8C37-F0CBCB542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r>
              <a:rPr lang="en-US" b="1" dirty="0"/>
              <a:t>Manager Dashboard (</a:t>
            </a:r>
            <a:r>
              <a:rPr lang="en-US" b="1" dirty="0" err="1"/>
              <a:t>Streamlit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The logistics manager uploads shipment data and monitors shipment status through a dashboard that displays the </a:t>
            </a:r>
            <a:r>
              <a:rPr lang="en-US" b="1" dirty="0"/>
              <a:t>risk table and route maps</a:t>
            </a:r>
            <a:r>
              <a:rPr lang="en-US" dirty="0"/>
              <a:t>.</a:t>
            </a:r>
          </a:p>
          <a:p>
            <a:r>
              <a:rPr lang="en-US" b="1" dirty="0"/>
              <a:t>Disruption Detection Module</a:t>
            </a:r>
            <a:br>
              <a:rPr lang="en-US" dirty="0"/>
            </a:br>
            <a:r>
              <a:rPr lang="en-US" dirty="0"/>
              <a:t>This module collects real-time disruption information from </a:t>
            </a:r>
            <a:r>
              <a:rPr lang="en-US" b="1" dirty="0"/>
              <a:t>news and weather APIs</a:t>
            </a:r>
            <a:r>
              <a:rPr lang="en-US" dirty="0"/>
              <a:t> to detect events such as heavy rain, accidents, or road closures.</a:t>
            </a:r>
          </a:p>
          <a:p>
            <a:r>
              <a:rPr lang="en-US" b="1" dirty="0"/>
              <a:t>Risk Analysis &amp; Decision Agent</a:t>
            </a:r>
            <a:br>
              <a:rPr lang="en-US" dirty="0"/>
            </a:br>
            <a:r>
              <a:rPr lang="en-US" dirty="0"/>
              <a:t>The AI agent analyzes disruptions and matches them with active shipment routes to </a:t>
            </a:r>
            <a:r>
              <a:rPr lang="en-US" b="1" dirty="0"/>
              <a:t>identify shipments at risk</a:t>
            </a:r>
            <a:r>
              <a:rPr lang="en-US" dirty="0"/>
              <a:t> and suggest </a:t>
            </a:r>
            <a:r>
              <a:rPr lang="en-US" b="1" dirty="0"/>
              <a:t>alternative routes and updated delivery estimates</a:t>
            </a:r>
            <a:r>
              <a:rPr lang="en-US" dirty="0"/>
              <a:t>.</a:t>
            </a:r>
          </a:p>
          <a:p>
            <a:r>
              <a:rPr lang="en-US" b="1" dirty="0"/>
              <a:t>Driver Dashboard &amp; Notification Module</a:t>
            </a:r>
            <a:br>
              <a:rPr lang="en-US" dirty="0"/>
            </a:br>
            <a:r>
              <a:rPr lang="en-US" dirty="0"/>
              <a:t>Drivers receive </a:t>
            </a:r>
            <a:r>
              <a:rPr lang="en-US" b="1" dirty="0"/>
              <a:t>route updates and alerts</a:t>
            </a:r>
            <a:r>
              <a:rPr lang="en-US" dirty="0"/>
              <a:t>, and can send </a:t>
            </a:r>
            <a:r>
              <a:rPr lang="en-US" b="1" dirty="0"/>
              <a:t>emergency notifications</a:t>
            </a:r>
            <a:r>
              <a:rPr lang="en-US" dirty="0"/>
              <a:t> (e.g., tire puncture or breakdown). Customers are also notified if shipments are delayed.</a:t>
            </a:r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36945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94EC-8938-0179-6B31-B10ED6091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320800"/>
          </a:xfrm>
        </p:spPr>
        <p:txBody>
          <a:bodyPr/>
          <a:lstStyle/>
          <a:p>
            <a:r>
              <a:rPr lang="en-US" dirty="0"/>
              <a:t>Tech-Stack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4A16A-91AE-86C4-2776-94E72C9CD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9982"/>
            <a:ext cx="8596668" cy="3880773"/>
          </a:xfrm>
        </p:spPr>
        <p:txBody>
          <a:bodyPr/>
          <a:lstStyle/>
          <a:p>
            <a:r>
              <a:rPr lang="en-IN" dirty="0"/>
              <a:t>Python</a:t>
            </a:r>
          </a:p>
          <a:p>
            <a:r>
              <a:rPr lang="en-IN" dirty="0" err="1"/>
              <a:t>Streamlit</a:t>
            </a:r>
            <a:endParaRPr lang="en-IN" dirty="0"/>
          </a:p>
          <a:p>
            <a:r>
              <a:rPr lang="en-IN" dirty="0"/>
              <a:t>Pandas, folium</a:t>
            </a:r>
          </a:p>
          <a:p>
            <a:r>
              <a:rPr lang="en-IN" dirty="0"/>
              <a:t>Gemini </a:t>
            </a:r>
            <a:r>
              <a:rPr lang="en-IN" dirty="0" err="1"/>
              <a:t>llm</a:t>
            </a:r>
            <a:endParaRPr lang="en-IN" dirty="0"/>
          </a:p>
          <a:p>
            <a:r>
              <a:rPr lang="en-IN" dirty="0" err="1"/>
              <a:t>openweatherApi</a:t>
            </a:r>
            <a:endParaRPr lang="en-IN" dirty="0"/>
          </a:p>
          <a:p>
            <a:r>
              <a:rPr lang="en-IN" dirty="0"/>
              <a:t>News Api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6827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</TotalTime>
  <Words>344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Shipment disruption monitoring system</vt:lpstr>
      <vt:lpstr>Problem Statement</vt:lpstr>
      <vt:lpstr>Proposed System</vt:lpstr>
      <vt:lpstr>System Architechture</vt:lpstr>
      <vt:lpstr>Tech-Stack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Akshayaa panneerselvam</dc:creator>
  <cp:lastModifiedBy>Akshayaa panneerselvam</cp:lastModifiedBy>
  <cp:revision>1</cp:revision>
  <dcterms:created xsi:type="dcterms:W3CDTF">2026-03-12T23:15:10Z</dcterms:created>
  <dcterms:modified xsi:type="dcterms:W3CDTF">2026-03-13T02:42:05Z</dcterms:modified>
</cp:coreProperties>
</file>